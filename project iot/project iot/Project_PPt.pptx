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67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E5FC9-12C1-8454-3F8F-6CD890F959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B16C0A-3C45-8A63-DD55-1BEF7AA6D7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D9D6F-1C2D-32B7-9412-0455D1E54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C2AA-96D4-4EC4-95F2-F77DC273F4F7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1C4A9-E721-A373-ADD8-621CC07CE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1AEED-D277-EE20-3C04-C3C3962B3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19A7C-F830-4C89-8CDD-EEAC9690D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658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1444B-3217-EF46-B346-D8EE47F5B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0829A-C516-0992-198E-0FA0C874D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01C3F-7716-EC52-C1E6-6C27C2641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C2AA-96D4-4EC4-95F2-F77DC273F4F7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1041F-C368-DF02-23D4-E6472C087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AD29D-1802-69FE-727E-FC039ED69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19A7C-F830-4C89-8CDD-EEAC9690D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25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2C674-5E24-8976-C9AD-7172EC5F5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0EA0C7-8EA1-DC49-5607-2DC3B7C83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06034-EA1A-AAE9-6235-A9BF94513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C2AA-96D4-4EC4-95F2-F77DC273F4F7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9EB46-5F53-C899-C36F-DB143495E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2856B-116C-1ED2-DBC6-29BD56460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19A7C-F830-4C89-8CDD-EEAC9690D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953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5BA40-712C-6686-2EAB-E5EB682D5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50E17-841E-CE8D-0F2E-1C8AEEE6F4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17955-BDD7-F4F8-D6BA-0AEB690D62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C5418-2C5A-A9E1-4FD4-50C80042A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C2AA-96D4-4EC4-95F2-F77DC273F4F7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08912-5B95-EB2D-4BB1-8DCE282A0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856120-6053-7965-2E9D-B8BFEB3B4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19A7C-F830-4C89-8CDD-EEAC9690D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936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585CD-B235-EB37-DE9E-C704857A2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F46C7-B315-A272-558A-E926F8AE4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9910E1-CF3A-4AA2-1DC9-4774ABD5C4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016EAB-CC7C-BF0B-E859-0CDC6D7331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61627A-7123-2383-C7F0-1D21CC1759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9166E4-857F-95B1-7244-532FC4283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C2AA-96D4-4EC4-95F2-F77DC273F4F7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053F4A-5D59-E9A4-D88C-F43416CD2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A6C0EC-8E31-6FF8-FF6A-EC7E5D2F7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19A7C-F830-4C89-8CDD-EEAC9690D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348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A44CC-0827-497E-8EAE-1833D82B0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BE9664-8EBA-C0D0-0CD0-2D6ADC8B9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C2AA-96D4-4EC4-95F2-F77DC273F4F7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232EF9-355B-4CD8-2C04-B279E40C4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49B9F7-B2D3-F81B-6D09-1576F958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19A7C-F830-4C89-8CDD-EEAC9690D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12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F08B98-B1DF-26AB-F0C1-4D32CCA2D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C2AA-96D4-4EC4-95F2-F77DC273F4F7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EA09BB-873C-D3AD-3CAA-1CE306459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D55AF-FE3A-277C-917E-943727CB2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19A7C-F830-4C89-8CDD-EEAC9690D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00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7ED9C-D58A-A089-0616-6562E56F6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71F9C-97E3-7A49-00C9-1A070820B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565A03-6E38-C291-0E1A-273B581FAD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560F01-1817-FE1E-9C4C-9070DC699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C2AA-96D4-4EC4-95F2-F77DC273F4F7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4B2AB-6EE2-8AD4-01A8-95A3B7A98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F4FCCD-8964-4D06-37EC-96BD1590A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19A7C-F830-4C89-8CDD-EEAC9690D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576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4E848-E0D7-2DB1-9C2C-6F907C8B6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8D6635-EBCB-BB77-E822-E01FD32B85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C31C37-B107-0AAA-79AD-6C6B8E729F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6B7D7F-C07E-605D-5C38-B32B1CCFB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C2AA-96D4-4EC4-95F2-F77DC273F4F7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26507-C647-FD0D-8FBF-F1467F5A4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2D5571-9993-3CC3-1E95-2481BCB9B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19A7C-F830-4C89-8CDD-EEAC9690D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359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A3C0D-C012-8711-03EA-6476B4FBB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C93135-767E-BFD6-8386-A37A2DF1B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339D2-DCB2-D30A-8EC8-406DDB615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C2AA-96D4-4EC4-95F2-F77DC273F4F7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AAA40-7E2A-D43A-B236-F5694EDE2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03B05-E86E-3A41-1847-9388F54C5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19A7C-F830-4C89-8CDD-EEAC9690D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776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D5885F-5AEB-3788-C436-9C67D4D8B2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D1AD22-C4AE-4DA2-98C5-8348625C8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BB726-5453-3936-AA47-5963B6D31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C2AA-96D4-4EC4-95F2-F77DC273F4F7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3DBBD-B974-9413-4748-F0E2C96BF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828BC-B9DA-F1B1-6D0C-6BDEA51EE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19A7C-F830-4C89-8CDD-EEAC9690D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85968B-A823-61E8-B379-B71E5C621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6F977-ACF2-8DF7-E176-7992E442D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4ED8B-9D2F-A5D5-E75F-59D8B6101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79C2AA-96D4-4EC4-95F2-F77DC273F4F7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B2A87-6182-A910-F1F3-4609924C5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6C159-293D-440C-0F18-390B63E3E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619A7C-F830-4C89-8CDD-EEAC9690D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613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AB2DF-CECC-209A-17F8-6262E1A20F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54E441-3400-A08A-3B73-21A40E6307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FF1928-576C-593A-CF8A-D4B957CC0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199" y="-71822"/>
            <a:ext cx="12334874" cy="699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503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0106B-F1F8-CD1C-A064-DCA5285A3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2B4FF-4471-D57A-4255-BE8064A6C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E461D5-DE80-08B6-F3EF-9FD257255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9612" y="0"/>
            <a:ext cx="12271611" cy="681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010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E1F175-7F5D-EB88-41FB-8362564A4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5357" y="0"/>
            <a:ext cx="124827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313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B47F3D-ACA9-EA46-7F18-8A87B43AD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215" y="0"/>
            <a:ext cx="124064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278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D48C17-8211-B6E2-A72E-1886EF2A2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8753" y="0"/>
            <a:ext cx="123695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514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7322DA-DC3E-F615-E5AE-841FE1FE1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470" y="0"/>
            <a:ext cx="12240006" cy="677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750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37F157-2FD1-CF2E-88E5-A48A48FE6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300" y="-26965"/>
            <a:ext cx="12372144" cy="6884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155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48FD56-1B25-9EB1-8586-95582CF3A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0984" y="0"/>
            <a:ext cx="1237396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536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E2B76C-54C1-5A9C-5798-116495AA0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6" y="171450"/>
            <a:ext cx="12186432" cy="6591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221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155C65-4F8D-292F-CB96-00D229E69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73" y="76200"/>
            <a:ext cx="11751379" cy="662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143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2FAC82-7D09-5BDD-EB3A-027979F11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7817" y="0"/>
            <a:ext cx="12416492" cy="680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608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A7DB6D-F305-91AA-74DF-A477744D4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8541"/>
            <a:ext cx="12192000" cy="709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804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DD3EAD-9A6F-E873-B64B-8A87F2932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04"/>
            <a:ext cx="12192000" cy="6787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354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B25AAF-FD9E-BCFF-0F5E-70E61A678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4"/>
            <a:ext cx="12030075" cy="673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014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1015B8-760E-F1EA-C601-E8C37132C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8748"/>
            <a:ext cx="12106275" cy="686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270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564B06-2E1F-B67F-6BBE-D2E07C770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457" y="657225"/>
            <a:ext cx="6001085" cy="533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851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Umar Mushtaq</dc:creator>
  <cp:lastModifiedBy>Umar Mushtaq</cp:lastModifiedBy>
  <cp:revision>1</cp:revision>
  <dcterms:created xsi:type="dcterms:W3CDTF">2026-01-04T11:49:37Z</dcterms:created>
  <dcterms:modified xsi:type="dcterms:W3CDTF">2026-01-04T12:02:20Z</dcterms:modified>
</cp:coreProperties>
</file>